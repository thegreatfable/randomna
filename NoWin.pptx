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642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205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128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8246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160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872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25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173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188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761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791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BB9DD-9A81-4653-A727-427CB81F8709}" type="datetimeFigureOut">
              <a:rPr lang="fr-FR" smtClean="0"/>
              <a:t>21/08/2013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B5671-5FEA-4933-9AB7-EF9F3A2773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62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3851920" y="2708920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8506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5436096" y="4869160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1259632" y="1412776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5724128" y="1964967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2379026" y="3717032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6156176" y="1772816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3923928" y="548680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755576" y="5157192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6804248" y="4149080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iley Face 5">
            <a:hlinkHover r:id="rId2" action="ppaction://hlinksldjump"/>
          </p:cNvPr>
          <p:cNvSpPr/>
          <p:nvPr/>
        </p:nvSpPr>
        <p:spPr>
          <a:xfrm>
            <a:off x="899592" y="1484784"/>
            <a:ext cx="1512168" cy="1296144"/>
          </a:xfrm>
          <a:prstGeom prst="smileyFac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680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нр</dc:creator>
  <cp:lastModifiedBy>нр</cp:lastModifiedBy>
  <cp:revision>2</cp:revision>
  <dcterms:created xsi:type="dcterms:W3CDTF">2013-08-21T14:57:54Z</dcterms:created>
  <dcterms:modified xsi:type="dcterms:W3CDTF">2013-08-21T15:17:19Z</dcterms:modified>
</cp:coreProperties>
</file>